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F46E5"/>
                </a:solidFill>
              </a:defRPr>
            </a:pPr>
            <a:r>
              <a:t>WEEK 9 SUBMISSION DELIVERABLE</a:t>
            </a:r>
          </a:p>
          <a:p>
            <a:pPr>
              <a:defRPr b="1" sz="4000">
                <a:solidFill>
                  <a:srgbClr val="3730A3"/>
                </a:solidFill>
              </a:defRPr>
            </a:pPr>
            <a:r>
              <a:t>CareerPilot AI</a:t>
            </a:r>
          </a:p>
          <a:p>
            <a:pPr>
              <a:spcAft>
                <a:spcPts val="2400"/>
              </a:spcAft>
              <a:defRPr sz="1800">
                <a:solidFill>
                  <a:srgbClr val="64748B"/>
                </a:solidFill>
              </a:defRPr>
            </a:pPr>
            <a:r>
              <a:t>Week 9 — App Deployment &amp; Go-Live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Intern Name: Sanchi Sisodia</a:t>
            </a:r>
            <a:br/>
            <a:r>
              <a:t>Intern ID: TBI-26100454</a:t>
            </a:r>
            <a:br/>
            <a:r>
              <a:t>University: Graphic Era University (GEU)</a:t>
            </a:r>
            <a:br/>
            <a:r>
              <a:t>Live Frontend: https://careerpilot-ai.vercel.app</a:t>
            </a:r>
            <a:br/>
            <a:r>
              <a:t>Live Backend: https://careerpilot-ai-api.onrender.com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4F46E5"/>
                </a:solidFill>
              </a:defRPr>
            </a:pPr>
            <a:r>
              <a:t>WEEK 9 DEPLOYMENT DELIVERABLE</a:t>
            </a:r>
          </a:p>
          <a:p>
            <a:pPr>
              <a:defRPr b="1" sz="2200">
                <a:solidFill>
                  <a:srgbClr val="3730A3"/>
                </a:solidFill>
              </a:defRPr>
            </a:pPr>
            <a:r>
              <a:t>Production Cloud Hosting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CareerPilot AI | Week 9 — App Deployment &amp; Go-Live | Intern ID: TBI-26100454 | Sanchi Sisodia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Frontend Deployment (Vercel): Deployed from GitHub root. Configured environment variables (VITE_API_URL) for production backend connection.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Backend Deployment (Render): Node.js Express web service running npm start. Configured environment secrets: MONGO_URI, JWT_SECRET, FRONTEND_ORIGIN.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Database Hosting (MongoDB Atlas): Cloud-hosted M0 Free Cluster with Mongoose ODM and whitelisted IP network access (0.0.0.0/0).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Security &amp; Auth: Stateless JWT authentication tokens and rate-limited endpoints.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4F46E5"/>
                </a:solidFill>
              </a:defRPr>
            </a:pPr>
            <a:r>
              <a:t>WEEK 9 DEPLOYMENT DELIVERABLE</a:t>
            </a:r>
          </a:p>
          <a:p>
            <a:pPr>
              <a:defRPr b="1" sz="2200">
                <a:solidFill>
                  <a:srgbClr val="3730A3"/>
                </a:solidFill>
              </a:defRPr>
            </a:pPr>
            <a:r>
              <a:t>Live Production Verification &amp;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CareerPilot AI | Week 9 — App Deployment &amp; Go-Live | Intern ID: TBI-26100454 | Sanchi Sisodia</a:t>
            </a:r>
          </a:p>
        </p:txBody>
      </p:sp>
      <p:pic>
        <p:nvPicPr>
          <p:cNvPr id="5" name="Picture 4" descr="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303520" cy="3010852"/>
          </a:xfrm>
          <a:prstGeom prst="rect">
            <a:avLst/>
          </a:prstGeom>
        </p:spPr>
      </p:pic>
      <p:pic>
        <p:nvPicPr>
          <p:cNvPr id="6" name="Picture 5" descr="add_application_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303520" cy="30108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4F46E5"/>
                </a:solidFill>
              </a:defRPr>
            </a:pPr>
            <a:r>
              <a:t>WEEK 9 DEPLOYMENT DELIVERABLE</a:t>
            </a:r>
          </a:p>
          <a:p>
            <a:pPr>
              <a:defRPr b="1" sz="2200">
                <a:solidFill>
                  <a:srgbClr val="3730A3"/>
                </a:solidFill>
              </a:defRPr>
            </a:pPr>
            <a:r>
              <a:t>Deployment Debugging &amp; Free Tier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CareerPilot AI | Week 9 — App Deployment &amp; Go-Live | Intern ID: TBI-26100454 | Sanchi Sisodia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CORS Resolution: Updated Express backend CORS policy to dynamically match Vercel production origin.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Localhost URL Removal: Replaced hardcoded localhost URLs across AuthContext, Dashboard, and Login components.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Render Idle Spin-Down: Render free tier spins down after 15 mins of inactivity. First request takes 30-50 seconds to warm up.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MongoDB Atlas Whitelisting: Whitelisted 0.0.0.0/0 in Atlas Network Access for Render cloud IPs.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