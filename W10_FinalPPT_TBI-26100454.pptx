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WEEK 10 FINAL DELIVERABLE PRESENTATION</a:t>
            </a:r>
          </a:p>
          <a:p>
            <a:pPr>
              <a:defRPr b="1" sz="4000">
                <a:solidFill>
                  <a:srgbClr val="3730A3"/>
                </a:solidFill>
              </a:defRPr>
            </a:pPr>
            <a:r>
              <a:t>CareerPilot AI</a:t>
            </a:r>
          </a:p>
          <a:p>
            <a:pPr>
              <a:spcAft>
                <a:spcPts val="2400"/>
              </a:spcAft>
              <a:defRPr sz="1800">
                <a:solidFill>
                  <a:srgbClr val="64748B"/>
                </a:solidFill>
              </a:defRPr>
            </a:pPr>
            <a:r>
              <a:t>AI-Assisted Job Application Tracker &amp; Placement Prep Platform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Intern Name: Sanchi Sisodia</a:t>
            </a:r>
            <a:br/>
            <a:r>
              <a:t>Intern ID: TBI-26100454</a:t>
            </a:r>
            <a:br/>
            <a:r>
              <a:t>University: Graphic Era University (GEU)</a:t>
            </a:r>
            <a:br/>
            <a:r>
              <a:t>Live App: https://careerpilot-ai.vercel.app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What Problem Are We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730A3"/>
                </a:solidFill>
              </a:defRPr>
            </a:pPr>
            <a:r>
              <a:t>Problem Statement &amp; Challenges Faced by Freshers: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Application Disorganization: Students apply across multiple job portals (LinkedIn, Unstop) with no centralized tracking system.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Spreadsheet Friction: Manual Excel sheets are slow, hard to maintain on mobile, and offer no real-time metrics.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Generic Interview Preparation: Applicants face interviews unprepared due to lack of company and role-tailored questions.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The Solution (CareerPilot AI): A centralized Kanban dashboard with real-time analytics and instant AI prep generation powered by Google Gemini.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Selected Tech Stack &amp; Technical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Frontend: React 19 + Vite + Tailwind CSS: Fast component rendering, Vite HMR, and responsive dark/light mode UI components.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Backend: Node.js + Express.js: Asynchronous non-blocking I/O ideal for RESTful JSON APIs and middleware integration.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Database: MongoDB Atlas (Mongoose ODM): Flexible document model handling optional fields (notes, scores) seamlessly with cloud reliability.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AI Feature: Google Gemini 1.5 Flash: High throughput, structured JSON schema prompting for rapid interview question generation.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Auth &amp; Security: JWT + GitHub OAuth: Stateless session authentication with 1-click developer login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Frontend Interface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Live App URL: https://careerpilot-ai.vercel.app</a:t>
            </a:r>
          </a:p>
        </p:txBody>
      </p:sp>
      <p:pic>
        <p:nvPicPr>
          <p:cNvPr id="6" name="Picture 5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303520" cy="3010852"/>
          </a:xfrm>
          <a:prstGeom prst="rect">
            <a:avLst/>
          </a:prstGeom>
        </p:spPr>
      </p:pic>
      <p:pic>
        <p:nvPicPr>
          <p:cNvPr id="7" name="Picture 6" descr="add_application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3010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Backend Architecture: Top 2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1. GET /api/applications/stats (Dashboard Analytics): Calculates real-time application metrics including total count, interviews scheduled, offers received, and average resume match score.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2. POST /api/ai/prep (AI Interview Prep Generator): Accepts company and role details, sends structured prompts to Gemini 1.5 Flash, and returns 3 tailored interview questions + 1 strategy tip in JSON format.</a:t>
            </a:r>
          </a:p>
        </p:txBody>
      </p:sp>
      <p:pic>
        <p:nvPicPr>
          <p:cNvPr id="6" name="Picture 5" descr="network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7772400" cy="4412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Database Selected &amp;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Database Choice: MongoDB Atlas (M0 Free Tier) with Mongoose ODM.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Selection Reasons: Document flexibility for optional fields (notes, scores), JSON-native data flow, and cloud accessibility.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Primary Collection: Application Schema storing company, role, location, status, appliedDate, notes, resumeScore, and timestamps.</a:t>
            </a:r>
          </a:p>
        </p:txBody>
      </p:sp>
      <p:pic>
        <p:nvPicPr>
          <p:cNvPr id="6" name="Picture 5" descr="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AI Feature &amp; LLM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LLM Model Used: Google Gemini 1.5 Flash (via @google/generative-ai SDK).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Use Case: Automated candidate interview preparation and personalized placement coaching.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Prompting Strategy: Instructs Gemini to return strict JSON schema containing exactly 3 role-specific interview questions and 1 actionable standing-out tip.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Frontend Integration: Rendered dynamically inside the application detail views for seamless user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Hosting &amp; Cloud Deployment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Frontend Hosting (Vercel): Automated CI/CD git integration, global CDN distribution, edge environment variable management.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Backend Hosting (Render): Node.js Express application host with HTTPS SSL termination and CORS security policy management.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Database Hosting (MongoDB Atlas): Cloud-hosted M0 cluster with IP access controls and automated indexing.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All Live Public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b="1" sz="1600">
                <a:solidFill>
                  <a:srgbClr val="3730A3"/>
                </a:solidFill>
              </a:defRPr>
            </a:pPr>
            <a:r>
              <a:t>• Live Frontend Web App:</a:t>
            </a:r>
            <a:br/>
            <a:r>
              <a:t>  https://careerpilot-ai.vercel.app</a:t>
            </a:r>
          </a:p>
          <a:p>
            <a:pPr>
              <a:spcAft>
                <a:spcPts val="1600"/>
              </a:spcAft>
              <a:defRPr b="1" sz="1600">
                <a:solidFill>
                  <a:srgbClr val="3730A3"/>
                </a:solidFill>
              </a:defRPr>
            </a:pPr>
            <a:r>
              <a:t>• Live Backend REST API:</a:t>
            </a:r>
            <a:br/>
            <a:r>
              <a:t>  https://careerpilot-ai-api.onrender.com</a:t>
            </a:r>
          </a:p>
          <a:p>
            <a:pPr>
              <a:spcAft>
                <a:spcPts val="1600"/>
              </a:spcAft>
              <a:defRPr b="1" sz="1600">
                <a:solidFill>
                  <a:srgbClr val="3730A3"/>
                </a:solidFill>
              </a:defRPr>
            </a:pPr>
            <a:r>
              <a:t>• GitHub Source Code Repository:</a:t>
            </a:r>
            <a:br/>
            <a:r>
              <a:t>  https://github.com/sanchi1905/careerpilot-ai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F46E5"/>
                </a:solidFill>
              </a:defRPr>
            </a:pPr>
            <a:r>
              <a:t>WEEK 10 SUBMISSION</a:t>
            </a:r>
          </a:p>
          <a:p>
            <a:pPr>
              <a:defRPr b="1" sz="2200">
                <a:solidFill>
                  <a:srgbClr val="3730A3"/>
                </a:solidFill>
              </a:defRPr>
            </a:pPr>
            <a:r>
              <a:t>Internship Reflection &amp; 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CareerPilot AI | Intern ID: TBI-26100454 | Sanchi Sisodia | Graphic Era University (GEU)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• Key Learnings: Mastered full-stack engineering with React and Express, integrated production AI LLM APIs with structured output parsing, and gained hands-on cloud deployment experience.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• Experience: The weekly structured curriculum provided practical end-to-end development exposure, bridging academic concepts with production-ready software engineering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